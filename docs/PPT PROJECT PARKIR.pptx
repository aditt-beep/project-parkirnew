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6" r:id="rId11"/>
    <p:sldId id="265" r:id="rId12"/>
    <p:sldId id="267" r:id="rId13"/>
    <p:sldId id="272" r:id="rId14"/>
    <p:sldId id="268" r:id="rId15"/>
    <p:sldId id="273" r:id="rId16"/>
    <p:sldId id="269" r:id="rId17"/>
    <p:sldId id="270" r:id="rId18"/>
    <p:sldId id="274" r:id="rId19"/>
  </p:sldIdLst>
  <p:sldSz cx="9144000" cy="5143500" type="screen16x9"/>
  <p:notesSz cx="6858000" cy="9144000"/>
  <p:embeddedFontLst>
    <p:embeddedFont>
      <p:font typeface="Crimson Text" panose="020B0604020202020204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Vidaloka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D67E2A-A0EE-4F82-B8BC-0D8211F710E4}" v="80" dt="2026-04-20T08:53:08.015"/>
  </p1510:revLst>
</p1510:revInfo>
</file>

<file path=ppt/tableStyles.xml><?xml version="1.0" encoding="utf-8"?>
<a:tblStyleLst xmlns:a="http://schemas.openxmlformats.org/drawingml/2006/main" def="{6A83AED7-79C6-45B1-9284-202617F30818}">
  <a:tblStyle styleId="{6A83AED7-79C6-45B1-9284-202617F308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105aad17dc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105aad17dc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07844B0A-8633-EF48-B0F4-DAC43F76C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6E0F5904-40E5-CA7D-0586-F4B8E78B6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430D9D14-6F32-6855-4C97-1FFDCAD22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396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cf7a3c503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cf7a3c503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5aad17d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5aad17d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07a9a8b46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07a9a8b46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>
          <a:extLst>
            <a:ext uri="{FF2B5EF4-FFF2-40B4-BE49-F238E27FC236}">
              <a16:creationId xmlns:a16="http://schemas.microsoft.com/office/drawing/2014/main" id="{55E06080-CAEC-2254-3E61-BC7DA369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07a9a8b46f_0_11:notes">
            <a:extLst>
              <a:ext uri="{FF2B5EF4-FFF2-40B4-BE49-F238E27FC236}">
                <a16:creationId xmlns:a16="http://schemas.microsoft.com/office/drawing/2014/main" id="{7C6C5776-C743-2FF8-3543-F04894EB9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07a9a8b46f_0_11:notes">
            <a:extLst>
              <a:ext uri="{FF2B5EF4-FFF2-40B4-BE49-F238E27FC236}">
                <a16:creationId xmlns:a16="http://schemas.microsoft.com/office/drawing/2014/main" id="{2519100D-96AE-A5EE-EE84-CBEEE1082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900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>
          <a:extLst>
            <a:ext uri="{FF2B5EF4-FFF2-40B4-BE49-F238E27FC236}">
              <a16:creationId xmlns:a16="http://schemas.microsoft.com/office/drawing/2014/main" id="{CEDCD119-5778-8E1C-E090-8857EBE1C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07a9a8b46f_0_11:notes">
            <a:extLst>
              <a:ext uri="{FF2B5EF4-FFF2-40B4-BE49-F238E27FC236}">
                <a16:creationId xmlns:a16="http://schemas.microsoft.com/office/drawing/2014/main" id="{078C3F9E-DE4B-52AA-538B-E5BF3BE4D2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07a9a8b46f_0_11:notes">
            <a:extLst>
              <a:ext uri="{FF2B5EF4-FFF2-40B4-BE49-F238E27FC236}">
                <a16:creationId xmlns:a16="http://schemas.microsoft.com/office/drawing/2014/main" id="{674354FB-7E73-3C69-D6CB-F8919F185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71155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07a9a8b46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07a9a8b46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cc7554a049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cc7554a049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>
          <a:extLst>
            <a:ext uri="{FF2B5EF4-FFF2-40B4-BE49-F238E27FC236}">
              <a16:creationId xmlns:a16="http://schemas.microsoft.com/office/drawing/2014/main" id="{AF98B10A-6C37-94E9-517E-905D9D3D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07a9a8b46f_0_11:notes">
            <a:extLst>
              <a:ext uri="{FF2B5EF4-FFF2-40B4-BE49-F238E27FC236}">
                <a16:creationId xmlns:a16="http://schemas.microsoft.com/office/drawing/2014/main" id="{C8EB4BEA-BB2B-ED67-17A7-DD2DA58B6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07a9a8b46f_0_11:notes">
            <a:extLst>
              <a:ext uri="{FF2B5EF4-FFF2-40B4-BE49-F238E27FC236}">
                <a16:creationId xmlns:a16="http://schemas.microsoft.com/office/drawing/2014/main" id="{F08EF3D0-97C3-188B-4DD7-1D74245E5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1481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859325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859325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903925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903925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859325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859325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903925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903975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798575" y="141791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4753975" y="1403976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798625" y="317677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4753975" y="316283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5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title" idx="2" hasCustomPrompt="1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831625" y="3244000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0" name="Google Shape;150;p20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5" r:id="rId13"/>
    <p:sldLayoutId id="2147483666" r:id="rId14"/>
    <p:sldLayoutId id="2147483668" r:id="rId15"/>
    <p:sldLayoutId id="2147483696" r:id="rId16"/>
    <p:sldLayoutId id="2147483697" r:id="rId17"/>
    <p:sldLayoutId id="2147483698" r:id="rId18"/>
    <p:sldLayoutId id="2147483699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Parking</a:t>
            </a:r>
            <a:br>
              <a:rPr lang="en" dirty="0"/>
            </a:br>
            <a:r>
              <a:rPr lang="en" dirty="0"/>
              <a:t>System</a:t>
            </a:r>
            <a:endParaRPr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dirty="0">
                <a:solidFill>
                  <a:schemeClr val="dk1"/>
                </a:solidFill>
              </a:rPr>
              <a:t>K</a:t>
            </a:r>
            <a:r>
              <a:rPr lang="en" dirty="0">
                <a:solidFill>
                  <a:schemeClr val="dk1"/>
                </a:solidFill>
              </a:rPr>
              <a:t>elompok 4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Tujuan Pembuatan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61AD9-F9EB-9DE5-1BA3-3212097C3198}"/>
              </a:ext>
            </a:extLst>
          </p:cNvPr>
          <p:cNvSpPr txBox="1"/>
          <p:nvPr/>
        </p:nvSpPr>
        <p:spPr>
          <a:xfrm>
            <a:off x="945339" y="1505648"/>
            <a:ext cx="656924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dirty="0" err="1">
                <a:latin typeface="Montserrat" panose="00000500000000000000" pitchFamily="2" charset="0"/>
              </a:rPr>
              <a:t>Tujuan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pembuatan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sistem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parkir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ini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adalah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untuk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mempermudah</a:t>
            </a:r>
            <a:r>
              <a:rPr lang="en-ID" dirty="0">
                <a:latin typeface="Montserrat" panose="00000500000000000000" pitchFamily="2" charset="0"/>
              </a:rPr>
              <a:t> proses </a:t>
            </a:r>
            <a:r>
              <a:rPr lang="en-ID" dirty="0" err="1">
                <a:latin typeface="Montserrat" panose="00000500000000000000" pitchFamily="2" charset="0"/>
              </a:rPr>
              <a:t>pengelolaan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parkir</a:t>
            </a:r>
            <a:r>
              <a:rPr lang="en-ID" dirty="0">
                <a:latin typeface="Montserrat" panose="00000500000000000000" pitchFamily="2" charset="0"/>
              </a:rPr>
              <a:t> agar </a:t>
            </a:r>
            <a:r>
              <a:rPr lang="en-ID" dirty="0" err="1">
                <a:latin typeface="Montserrat" panose="00000500000000000000" pitchFamily="2" charset="0"/>
              </a:rPr>
              <a:t>lebih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terstruktur</a:t>
            </a:r>
            <a:r>
              <a:rPr lang="en-ID" dirty="0">
                <a:latin typeface="Montserrat" panose="00000500000000000000" pitchFamily="2" charset="0"/>
              </a:rPr>
              <a:t> dan </a:t>
            </a:r>
            <a:r>
              <a:rPr lang="en-ID" dirty="0" err="1">
                <a:latin typeface="Montserrat" panose="00000500000000000000" pitchFamily="2" charset="0"/>
              </a:rPr>
              <a:t>efisien</a:t>
            </a:r>
            <a:r>
              <a:rPr lang="en-ID" dirty="0">
                <a:latin typeface="Montserrat" panose="00000500000000000000" pitchFamily="2" charset="0"/>
              </a:rPr>
              <a:t>. </a:t>
            </a:r>
            <a:r>
              <a:rPr lang="en-ID" dirty="0" err="1">
                <a:latin typeface="Montserrat" panose="00000500000000000000" pitchFamily="2" charset="0"/>
              </a:rPr>
              <a:t>Sistem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ini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dibuat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supaya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pencatatan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kendaraan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masuk</a:t>
            </a:r>
            <a:r>
              <a:rPr lang="en-ID" dirty="0">
                <a:latin typeface="Montserrat" panose="00000500000000000000" pitchFamily="2" charset="0"/>
              </a:rPr>
              <a:t> dan </a:t>
            </a:r>
            <a:r>
              <a:rPr lang="en-ID" dirty="0" err="1">
                <a:latin typeface="Montserrat" panose="00000500000000000000" pitchFamily="2" charset="0"/>
              </a:rPr>
              <a:t>keluar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tidak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lagi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dilakukan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sz="1600" dirty="0" err="1">
                <a:latin typeface="Montserrat" panose="00000500000000000000" pitchFamily="2" charset="0"/>
              </a:rPr>
              <a:t>secara</a:t>
            </a:r>
            <a:r>
              <a:rPr lang="en-ID" dirty="0">
                <a:latin typeface="Montserrat" panose="00000500000000000000" pitchFamily="2" charset="0"/>
              </a:rPr>
              <a:t> manual, </a:t>
            </a:r>
            <a:r>
              <a:rPr lang="en-ID" dirty="0" err="1">
                <a:latin typeface="Montserrat" panose="00000500000000000000" pitchFamily="2" charset="0"/>
              </a:rPr>
              <a:t>sehingga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dapat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mengurangi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kesalahan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dalam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pencatatan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data.Selain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itu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dirty="0" err="1">
                <a:latin typeface="Montserrat" panose="00000500000000000000" pitchFamily="2" charset="0"/>
              </a:rPr>
              <a:t>aplikasi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ini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bertujuan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untuk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mempercepat</a:t>
            </a:r>
            <a:r>
              <a:rPr lang="en-ID" dirty="0">
                <a:latin typeface="Montserrat" panose="00000500000000000000" pitchFamily="2" charset="0"/>
              </a:rPr>
              <a:t> proses </a:t>
            </a:r>
            <a:r>
              <a:rPr lang="en-ID" dirty="0" err="1">
                <a:latin typeface="Montserrat" panose="00000500000000000000" pitchFamily="2" charset="0"/>
              </a:rPr>
              <a:t>perhitungan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biaya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parkir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karena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dilakukan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secara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otomatis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berdasarkan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durasi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parkir</a:t>
            </a:r>
            <a:r>
              <a:rPr lang="en-ID" dirty="0">
                <a:latin typeface="Montserrat" panose="00000500000000000000" pitchFamily="2" charset="0"/>
              </a:rPr>
              <a:t>. </a:t>
            </a:r>
            <a:r>
              <a:rPr lang="en-ID" dirty="0" err="1">
                <a:latin typeface="Montserrat" panose="00000500000000000000" pitchFamily="2" charset="0"/>
              </a:rPr>
              <a:t>Dengan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demikian</a:t>
            </a:r>
            <a:r>
              <a:rPr lang="en-ID" dirty="0">
                <a:latin typeface="Montserrat" panose="00000500000000000000" pitchFamily="2" charset="0"/>
              </a:rPr>
              <a:t>, proses </a:t>
            </a:r>
            <a:r>
              <a:rPr lang="en-ID" dirty="0" err="1">
                <a:latin typeface="Montserrat" panose="00000500000000000000" pitchFamily="2" charset="0"/>
              </a:rPr>
              <a:t>transaksi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menjadi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lebih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cepat</a:t>
            </a:r>
            <a:r>
              <a:rPr lang="en-ID" dirty="0">
                <a:latin typeface="Montserrat" panose="00000500000000000000" pitchFamily="2" charset="0"/>
              </a:rPr>
              <a:t> dan </a:t>
            </a:r>
            <a:r>
              <a:rPr lang="en-ID" dirty="0" err="1">
                <a:latin typeface="Montserrat" panose="00000500000000000000" pitchFamily="2" charset="0"/>
              </a:rPr>
              <a:t>akurat</a:t>
            </a:r>
            <a:r>
              <a:rPr lang="en-ID" dirty="0">
                <a:latin typeface="Montserrat" panose="000005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340692" y="39743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Aktor</a:t>
            </a:r>
            <a:endParaRPr dirty="0"/>
          </a:p>
        </p:txBody>
      </p:sp>
      <p:sp>
        <p:nvSpPr>
          <p:cNvPr id="495" name="Google Shape;495;p61"/>
          <p:cNvSpPr txBox="1">
            <a:spLocks noGrp="1"/>
          </p:cNvSpPr>
          <p:nvPr>
            <p:ph type="subTitle" idx="3"/>
          </p:nvPr>
        </p:nvSpPr>
        <p:spPr>
          <a:xfrm>
            <a:off x="1748250" y="1151587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Admin</a:t>
            </a:r>
            <a:endParaRPr dirty="0"/>
          </a:p>
        </p:txBody>
      </p:sp>
      <p:sp>
        <p:nvSpPr>
          <p:cNvPr id="496" name="Google Shape;496;p61"/>
          <p:cNvSpPr txBox="1">
            <a:spLocks noGrp="1"/>
          </p:cNvSpPr>
          <p:nvPr>
            <p:ph type="subTitle" idx="1"/>
          </p:nvPr>
        </p:nvSpPr>
        <p:spPr>
          <a:xfrm>
            <a:off x="5859325" y="1272073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Petugas</a:t>
            </a:r>
            <a:endParaRPr dirty="0"/>
          </a:p>
        </p:txBody>
      </p:sp>
      <p:sp>
        <p:nvSpPr>
          <p:cNvPr id="497" name="Google Shape;497;p61"/>
          <p:cNvSpPr txBox="1">
            <a:spLocks noGrp="1"/>
          </p:cNvSpPr>
          <p:nvPr>
            <p:ph type="subTitle" idx="2"/>
          </p:nvPr>
        </p:nvSpPr>
        <p:spPr>
          <a:xfrm>
            <a:off x="5859325" y="1673173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 dirty="0" err="1"/>
              <a:t>Petugas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pihak</a:t>
            </a:r>
            <a:r>
              <a:rPr lang="en-ID" sz="1400" dirty="0"/>
              <a:t> yang </a:t>
            </a:r>
            <a:r>
              <a:rPr lang="en-ID" sz="1400" dirty="0" err="1"/>
              <a:t>bertugas</a:t>
            </a:r>
            <a:r>
              <a:rPr lang="en-ID" sz="1400" dirty="0"/>
              <a:t> </a:t>
            </a:r>
            <a:r>
              <a:rPr lang="en-ID" sz="1400" dirty="0" err="1"/>
              <a:t>menjalankan</a:t>
            </a:r>
            <a:r>
              <a:rPr lang="en-ID" sz="1400" dirty="0"/>
              <a:t> </a:t>
            </a:r>
            <a:r>
              <a:rPr lang="en-ID" sz="1400" dirty="0" err="1"/>
              <a:t>operasional</a:t>
            </a:r>
            <a:r>
              <a:rPr lang="en-ID" sz="1400" dirty="0"/>
              <a:t> </a:t>
            </a:r>
            <a:r>
              <a:rPr lang="en-ID" sz="1400" dirty="0" err="1"/>
              <a:t>sistem</a:t>
            </a:r>
            <a:r>
              <a:rPr lang="en-ID" sz="1400" dirty="0"/>
              <a:t> di </a:t>
            </a:r>
            <a:r>
              <a:rPr lang="en-ID" sz="1400" dirty="0" err="1"/>
              <a:t>lapangan</a:t>
            </a:r>
            <a:r>
              <a:rPr lang="en-ID" sz="1400" dirty="0"/>
              <a:t>, </a:t>
            </a:r>
            <a:r>
              <a:rPr lang="en-ID" sz="1400" dirty="0" err="1"/>
              <a:t>seperti</a:t>
            </a:r>
            <a:r>
              <a:rPr lang="en-ID" sz="1400" dirty="0"/>
              <a:t> </a:t>
            </a:r>
            <a:r>
              <a:rPr lang="en-ID" sz="1400" dirty="0" err="1"/>
              <a:t>mencatat</a:t>
            </a:r>
            <a:r>
              <a:rPr lang="en-ID" sz="1400" dirty="0"/>
              <a:t> </a:t>
            </a:r>
            <a:r>
              <a:rPr lang="en-ID" sz="1400" dirty="0" err="1"/>
              <a:t>kendaraan</a:t>
            </a:r>
            <a:r>
              <a:rPr lang="en-ID" sz="1400" dirty="0"/>
              <a:t> </a:t>
            </a:r>
            <a:r>
              <a:rPr lang="en-ID" sz="1400" dirty="0" err="1"/>
              <a:t>masuk</a:t>
            </a:r>
            <a:r>
              <a:rPr lang="en-ID" sz="1400" dirty="0"/>
              <a:t> dan </a:t>
            </a:r>
            <a:r>
              <a:rPr lang="en-ID" sz="1400" dirty="0" err="1"/>
              <a:t>keluar</a:t>
            </a:r>
            <a:r>
              <a:rPr lang="en-ID" sz="1400" dirty="0"/>
              <a:t> </a:t>
            </a:r>
            <a:r>
              <a:rPr lang="en-ID" sz="1400" dirty="0" err="1"/>
              <a:t>serta</a:t>
            </a:r>
            <a:r>
              <a:rPr lang="en-ID" sz="1400" dirty="0"/>
              <a:t> </a:t>
            </a:r>
            <a:r>
              <a:rPr lang="en-ID" sz="1400" dirty="0" err="1"/>
              <a:t>memastikan</a:t>
            </a:r>
            <a:r>
              <a:rPr lang="en-ID" sz="1400" dirty="0"/>
              <a:t> data yang </a:t>
            </a:r>
            <a:r>
              <a:rPr lang="en-ID" sz="1400" dirty="0" err="1"/>
              <a:t>diinput</a:t>
            </a:r>
            <a:r>
              <a:rPr lang="en-ID" sz="1400" dirty="0"/>
              <a:t> </a:t>
            </a:r>
            <a:r>
              <a:rPr lang="en-ID" sz="1400" dirty="0" err="1"/>
              <a:t>sesuai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kondisi</a:t>
            </a:r>
            <a:r>
              <a:rPr lang="en-ID" sz="1400" dirty="0"/>
              <a:t> </a:t>
            </a:r>
            <a:r>
              <a:rPr lang="en-ID" sz="1400" dirty="0" err="1"/>
              <a:t>sebenarnya</a:t>
            </a:r>
            <a:r>
              <a:rPr lang="en-ID" sz="1400" dirty="0"/>
              <a:t>.</a:t>
            </a:r>
            <a:endParaRPr sz="1100" dirty="0"/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4"/>
          </p:nvPr>
        </p:nvSpPr>
        <p:spPr>
          <a:xfrm>
            <a:off x="1748250" y="1556081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dirty="0"/>
              <a:t>Admin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yang </a:t>
            </a:r>
            <a:r>
              <a:rPr lang="en-ID" dirty="0" err="1"/>
              <a:t>bertanggung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  <a:endParaRPr dirty="0"/>
          </a:p>
        </p:txBody>
      </p:sp>
      <p:sp>
        <p:nvSpPr>
          <p:cNvPr id="501" name="Google Shape;501;p61"/>
          <p:cNvSpPr txBox="1">
            <a:spLocks noGrp="1"/>
          </p:cNvSpPr>
          <p:nvPr>
            <p:ph type="subTitle" idx="7"/>
          </p:nvPr>
        </p:nvSpPr>
        <p:spPr>
          <a:xfrm>
            <a:off x="1748250" y="2632774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Owner</a:t>
            </a:r>
            <a:endParaRPr dirty="0"/>
          </a:p>
        </p:txBody>
      </p:sp>
      <p:sp>
        <p:nvSpPr>
          <p:cNvPr id="502" name="Google Shape;502;p61"/>
          <p:cNvSpPr txBox="1">
            <a:spLocks noGrp="1"/>
          </p:cNvSpPr>
          <p:nvPr>
            <p:ph type="subTitle" idx="8"/>
          </p:nvPr>
        </p:nvSpPr>
        <p:spPr>
          <a:xfrm>
            <a:off x="1748250" y="3061327"/>
            <a:ext cx="3893937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dirty="0"/>
              <a:t>Owner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pihak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kendali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 </a:t>
            </a:r>
            <a:r>
              <a:rPr lang="en-ID" dirty="0" err="1"/>
              <a:t>parkir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keseluruhan</a:t>
            </a:r>
            <a:r>
              <a:rPr lang="en-ID" dirty="0"/>
              <a:t>.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owner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terlibat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proses input data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dirty="0" err="1"/>
              <a:t>petugas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berfokus</a:t>
            </a:r>
            <a:r>
              <a:rPr lang="en-ID" dirty="0"/>
              <a:t> pada </a:t>
            </a:r>
            <a:r>
              <a:rPr lang="en-ID" dirty="0" err="1"/>
              <a:t>pemantauan</a:t>
            </a:r>
            <a:r>
              <a:rPr lang="en-ID" dirty="0"/>
              <a:t> dan 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kinerja</a:t>
            </a:r>
            <a:r>
              <a:rPr lang="en-ID" dirty="0"/>
              <a:t>.</a:t>
            </a:r>
            <a:endParaRPr dirty="0"/>
          </a:p>
        </p:txBody>
      </p:sp>
      <p:sp>
        <p:nvSpPr>
          <p:cNvPr id="503" name="Google Shape;503;p61"/>
          <p:cNvSpPr txBox="1">
            <a:spLocks noGrp="1"/>
          </p:cNvSpPr>
          <p:nvPr>
            <p:ph type="title" idx="9"/>
          </p:nvPr>
        </p:nvSpPr>
        <p:spPr>
          <a:xfrm>
            <a:off x="709050" y="1016429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04" name="Google Shape;504;p61"/>
          <p:cNvSpPr txBox="1">
            <a:spLocks noGrp="1"/>
          </p:cNvSpPr>
          <p:nvPr>
            <p:ph type="title" idx="13"/>
          </p:nvPr>
        </p:nvSpPr>
        <p:spPr>
          <a:xfrm>
            <a:off x="4753950" y="1236462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05" name="Google Shape;505;p61"/>
          <p:cNvSpPr txBox="1">
            <a:spLocks noGrp="1"/>
          </p:cNvSpPr>
          <p:nvPr>
            <p:ph type="title" idx="14"/>
          </p:nvPr>
        </p:nvSpPr>
        <p:spPr>
          <a:xfrm>
            <a:off x="709050" y="2529724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2"/>
          <p:cNvSpPr txBox="1">
            <a:spLocks noGrp="1"/>
          </p:cNvSpPr>
          <p:nvPr>
            <p:ph type="subTitle" idx="1"/>
          </p:nvPr>
        </p:nvSpPr>
        <p:spPr>
          <a:xfrm>
            <a:off x="933131" y="1469307"/>
            <a:ext cx="702146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ID" dirty="0"/>
              <a:t>Admin </a:t>
            </a:r>
            <a:r>
              <a:rPr lang="en-ID" dirty="0" err="1"/>
              <a:t>merupakan</a:t>
            </a:r>
            <a:r>
              <a:rPr lang="en-ID" dirty="0"/>
              <a:t> </a:t>
            </a:r>
            <a:r>
              <a:rPr lang="en-ID" dirty="0" err="1"/>
              <a:t>aktor</a:t>
            </a:r>
            <a:r>
              <a:rPr lang="en-ID" dirty="0"/>
              <a:t> yang paling </a:t>
            </a:r>
            <a:r>
              <a:rPr lang="en-ID" dirty="0" err="1"/>
              <a:t>mengendali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 Admin login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, Lalu </a:t>
            </a:r>
            <a:r>
              <a:rPr lang="en-ID" dirty="0" err="1"/>
              <a:t>mangurus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data </a:t>
            </a:r>
            <a:r>
              <a:rPr lang="en-ID" dirty="0" err="1"/>
              <a:t>kendaraan</a:t>
            </a:r>
            <a:r>
              <a:rPr lang="en-ID" dirty="0"/>
              <a:t>,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tambah</a:t>
            </a:r>
            <a:r>
              <a:rPr lang="en-ID" dirty="0"/>
              <a:t>, Update, </a:t>
            </a:r>
            <a:r>
              <a:rPr lang="en-ID" dirty="0" err="1"/>
              <a:t>sampai</a:t>
            </a:r>
            <a:r>
              <a:rPr lang="en-ID" dirty="0"/>
              <a:t> hapus. </a:t>
            </a:r>
            <a:r>
              <a:rPr lang="en-ID" dirty="0" err="1"/>
              <a:t>Setiap</a:t>
            </a:r>
            <a:r>
              <a:rPr lang="en-ID" dirty="0"/>
              <a:t> data </a:t>
            </a:r>
            <a:r>
              <a:rPr lang="en-ID" dirty="0" err="1"/>
              <a:t>kendaraan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 juga </a:t>
            </a:r>
            <a:r>
              <a:rPr lang="en-ID" dirty="0" err="1"/>
              <a:t>dicatat</a:t>
            </a:r>
            <a:r>
              <a:rPr lang="en-ID" dirty="0"/>
              <a:t> oleh admin agar data </a:t>
            </a:r>
            <a:r>
              <a:rPr lang="en-ID" dirty="0" err="1"/>
              <a:t>ke</a:t>
            </a:r>
            <a:r>
              <a:rPr lang="en-ID" dirty="0"/>
              <a:t>-save </a:t>
            </a:r>
            <a:r>
              <a:rPr lang="en-ID" dirty="0" err="1"/>
              <a:t>rapih</a:t>
            </a:r>
            <a:r>
              <a:rPr lang="en-ID" dirty="0"/>
              <a:t> di </a:t>
            </a:r>
            <a:r>
              <a:rPr lang="en-ID" dirty="0" err="1"/>
              <a:t>sistem</a:t>
            </a:r>
            <a:r>
              <a:rPr lang="en-ID" dirty="0"/>
              <a:t>.</a:t>
            </a:r>
          </a:p>
          <a:p>
            <a:pPr algn="l"/>
            <a:endParaRPr lang="en-ID" dirty="0"/>
          </a:p>
          <a:p>
            <a:pPr algn="l"/>
            <a:endParaRPr lang="en-ID" dirty="0"/>
          </a:p>
          <a:p>
            <a:pPr algn="l"/>
            <a:r>
              <a:rPr lang="en-ID" dirty="0"/>
              <a:t>Admin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ngecek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data </a:t>
            </a:r>
            <a:r>
              <a:rPr lang="en-ID" dirty="0" err="1"/>
              <a:t>parkir</a:t>
            </a:r>
            <a:r>
              <a:rPr lang="en-ID" dirty="0"/>
              <a:t> </a:t>
            </a:r>
            <a:r>
              <a:rPr lang="en-ID" dirty="0" err="1"/>
              <a:t>kapan</a:t>
            </a:r>
            <a:r>
              <a:rPr lang="en-ID" dirty="0"/>
              <a:t> </a:t>
            </a:r>
            <a:r>
              <a:rPr lang="en-ID" dirty="0" err="1"/>
              <a:t>aja</a:t>
            </a:r>
            <a:r>
              <a:rPr lang="en-ID" dirty="0"/>
              <a:t>, </a:t>
            </a:r>
            <a:r>
              <a:rPr lang="en-ID" dirty="0" err="1"/>
              <a:t>jadi</a:t>
            </a:r>
            <a:r>
              <a:rPr lang="en-ID" dirty="0"/>
              <a:t> tau </a:t>
            </a:r>
            <a:r>
              <a:rPr lang="en-ID" dirty="0" err="1"/>
              <a:t>kondisi</a:t>
            </a:r>
            <a:r>
              <a:rPr lang="en-ID" dirty="0"/>
              <a:t> yang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. </a:t>
            </a:r>
            <a:r>
              <a:rPr lang="en-ID" dirty="0" err="1"/>
              <a:t>Selain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, admin juga yang </a:t>
            </a:r>
            <a:r>
              <a:rPr lang="en-ID" dirty="0" err="1"/>
              <a:t>bikin</a:t>
            </a:r>
            <a:r>
              <a:rPr lang="en-ID" dirty="0"/>
              <a:t> </a:t>
            </a:r>
            <a:r>
              <a:rPr lang="en-ID" dirty="0" err="1"/>
              <a:t>laporan</a:t>
            </a:r>
            <a:r>
              <a:rPr lang="en-ID" dirty="0"/>
              <a:t> buat </a:t>
            </a:r>
            <a:r>
              <a:rPr lang="en-ID" dirty="0" err="1"/>
              <a:t>dikasih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owner. Kalo </a:t>
            </a:r>
            <a:r>
              <a:rPr lang="en-ID" dirty="0" err="1"/>
              <a:t>ada</a:t>
            </a:r>
            <a:r>
              <a:rPr lang="en-ID" dirty="0"/>
              <a:t> user lain, admin yang </a:t>
            </a:r>
            <a:r>
              <a:rPr lang="en-ID" dirty="0" err="1"/>
              <a:t>ngatur</a:t>
            </a:r>
            <a:r>
              <a:rPr lang="en-ID" dirty="0"/>
              <a:t> </a:t>
            </a:r>
            <a:r>
              <a:rPr lang="en-ID" dirty="0" err="1"/>
              <a:t>akun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aksesnya</a:t>
            </a:r>
            <a:r>
              <a:rPr lang="en-ID" dirty="0"/>
              <a:t>. </a:t>
            </a:r>
            <a:r>
              <a:rPr lang="en-ID" dirty="0" err="1"/>
              <a:t>Intinya</a:t>
            </a:r>
            <a:r>
              <a:rPr lang="en-ID" dirty="0"/>
              <a:t>, admin yang </a:t>
            </a:r>
            <a:r>
              <a:rPr lang="en-ID" dirty="0" err="1"/>
              <a:t>bikin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tetep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 dan ga </a:t>
            </a:r>
            <a:r>
              <a:rPr lang="en-ID" dirty="0" err="1"/>
              <a:t>berantakan</a:t>
            </a:r>
            <a:r>
              <a:rPr lang="en-ID" dirty="0"/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p62"/>
          <p:cNvSpPr txBox="1">
            <a:spLocks noGrp="1"/>
          </p:cNvSpPr>
          <p:nvPr>
            <p:ph type="title" idx="21"/>
          </p:nvPr>
        </p:nvSpPr>
        <p:spPr>
          <a:xfrm>
            <a:off x="3200258" y="534403"/>
            <a:ext cx="24872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Admin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E862F8E-0B63-3C9B-3F0F-72E5B4074A32}"/>
              </a:ext>
            </a:extLst>
          </p:cNvPr>
          <p:cNvSpPr txBox="1"/>
          <p:nvPr/>
        </p:nvSpPr>
        <p:spPr>
          <a:xfrm>
            <a:off x="2246468" y="554804"/>
            <a:ext cx="465106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3000" dirty="0">
                <a:latin typeface="Vidaloka" panose="020B0604020202020204" charset="0"/>
              </a:rPr>
              <a:t>Petugas</a:t>
            </a:r>
            <a:endParaRPr lang="en-ID" sz="3000" dirty="0">
              <a:latin typeface="Vidaloka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8CA234-14B4-6598-F12A-82B819D018E4}"/>
              </a:ext>
            </a:extLst>
          </p:cNvPr>
          <p:cNvSpPr txBox="1"/>
          <p:nvPr/>
        </p:nvSpPr>
        <p:spPr>
          <a:xfrm>
            <a:off x="1349256" y="1108802"/>
            <a:ext cx="678409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D" dirty="0">
              <a:latin typeface="Montserrat" panose="00000500000000000000" pitchFamily="2" charset="0"/>
            </a:endParaRPr>
          </a:p>
          <a:p>
            <a:r>
              <a:rPr lang="en-ID" dirty="0" err="1">
                <a:latin typeface="Montserrat" panose="00000500000000000000" pitchFamily="2" charset="0"/>
              </a:rPr>
              <a:t>Petugas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merupakan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aktor</a:t>
            </a:r>
            <a:r>
              <a:rPr lang="en-ID" dirty="0">
                <a:latin typeface="Montserrat" panose="00000500000000000000" pitchFamily="2" charset="0"/>
              </a:rPr>
              <a:t> yang </a:t>
            </a:r>
            <a:r>
              <a:rPr lang="en-ID" dirty="0" err="1">
                <a:latin typeface="Montserrat" panose="00000500000000000000" pitchFamily="2" charset="0"/>
              </a:rPr>
              <a:t>bertanggung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jawab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menjalankan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operasional</a:t>
            </a:r>
            <a:r>
              <a:rPr lang="en-ID" dirty="0">
                <a:latin typeface="Montserrat" panose="00000500000000000000" pitchFamily="2" charset="0"/>
              </a:rPr>
              <a:t> parker </a:t>
            </a:r>
            <a:r>
              <a:rPr lang="en-ID" dirty="0" err="1">
                <a:latin typeface="Montserrat" panose="00000500000000000000" pitchFamily="2" charset="0"/>
              </a:rPr>
              <a:t>secara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langsung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melalui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system.Petugas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melakukan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pencatatan</a:t>
            </a:r>
            <a:r>
              <a:rPr lang="en-ID" dirty="0">
                <a:latin typeface="Montserrat" panose="00000500000000000000" pitchFamily="2" charset="0"/>
              </a:rPr>
              <a:t> data </a:t>
            </a:r>
            <a:r>
              <a:rPr lang="en-ID" dirty="0" err="1">
                <a:latin typeface="Montserrat" panose="00000500000000000000" pitchFamily="2" charset="0"/>
              </a:rPr>
              <a:t>kendaraan</a:t>
            </a:r>
            <a:r>
              <a:rPr lang="en-ID" dirty="0">
                <a:latin typeface="Montserrat" panose="00000500000000000000" pitchFamily="2" charset="0"/>
              </a:rPr>
              <a:t> yang </a:t>
            </a:r>
            <a:r>
              <a:rPr lang="en-ID" dirty="0" err="1">
                <a:latin typeface="Montserrat" panose="00000500000000000000" pitchFamily="2" charset="0"/>
              </a:rPr>
              <a:t>masuk,seperti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nomor</a:t>
            </a:r>
            <a:r>
              <a:rPr lang="en-ID" dirty="0">
                <a:latin typeface="Montserrat" panose="00000500000000000000" pitchFamily="2" charset="0"/>
              </a:rPr>
              <a:t> plat, </a:t>
            </a:r>
            <a:r>
              <a:rPr lang="en-ID" dirty="0" err="1">
                <a:latin typeface="Montserrat" panose="00000500000000000000" pitchFamily="2" charset="0"/>
              </a:rPr>
              <a:t>jenis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kendaraan</a:t>
            </a:r>
            <a:r>
              <a:rPr lang="en-ID" dirty="0">
                <a:latin typeface="Montserrat" panose="00000500000000000000" pitchFamily="2" charset="0"/>
              </a:rPr>
              <a:t>, dan </a:t>
            </a:r>
            <a:r>
              <a:rPr lang="en-ID" dirty="0" err="1">
                <a:latin typeface="Montserrat" panose="00000500000000000000" pitchFamily="2" charset="0"/>
              </a:rPr>
              <a:t>waktu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masuk</a:t>
            </a:r>
            <a:r>
              <a:rPr lang="en-ID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A131A7-24FD-FF45-BA07-402ACC5BD27C}"/>
              </a:ext>
            </a:extLst>
          </p:cNvPr>
          <p:cNvSpPr txBox="1"/>
          <p:nvPr/>
        </p:nvSpPr>
        <p:spPr>
          <a:xfrm>
            <a:off x="1349256" y="2430156"/>
            <a:ext cx="68665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 err="1">
                <a:latin typeface="Montserrat" panose="00000500000000000000" pitchFamily="2" charset="0"/>
              </a:rPr>
              <a:t>Petugas</a:t>
            </a:r>
            <a:r>
              <a:rPr lang="en-ID" dirty="0">
                <a:latin typeface="Montserrat" panose="00000500000000000000" pitchFamily="2" charset="0"/>
              </a:rPr>
              <a:t> juga </a:t>
            </a:r>
            <a:r>
              <a:rPr lang="en-ID" dirty="0" err="1">
                <a:latin typeface="Montserrat" panose="00000500000000000000" pitchFamily="2" charset="0"/>
              </a:rPr>
              <a:t>memperbarui</a:t>
            </a:r>
            <a:r>
              <a:rPr lang="en-ID" dirty="0">
                <a:latin typeface="Montserrat" panose="00000500000000000000" pitchFamily="2" charset="0"/>
              </a:rPr>
              <a:t> data </a:t>
            </a:r>
            <a:r>
              <a:rPr lang="en-ID" dirty="0" err="1">
                <a:latin typeface="Montserrat" panose="00000500000000000000" pitchFamily="2" charset="0"/>
              </a:rPr>
              <a:t>kendaraan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saat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keluar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dirty="0" err="1">
                <a:latin typeface="Montserrat" panose="00000500000000000000" pitchFamily="2" charset="0"/>
              </a:rPr>
              <a:t>sehingga</a:t>
            </a:r>
            <a:r>
              <a:rPr lang="en-ID" dirty="0">
                <a:latin typeface="Montserrat" panose="00000500000000000000" pitchFamily="2" charset="0"/>
              </a:rPr>
              <a:t> system </a:t>
            </a:r>
            <a:r>
              <a:rPr lang="en-ID" dirty="0" err="1">
                <a:latin typeface="Montserrat" panose="00000500000000000000" pitchFamily="2" charset="0"/>
              </a:rPr>
              <a:t>dapat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menghitung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durasi</a:t>
            </a:r>
            <a:r>
              <a:rPr lang="en-ID" dirty="0">
                <a:latin typeface="Montserrat" panose="00000500000000000000" pitchFamily="2" charset="0"/>
              </a:rPr>
              <a:t> parker dan </a:t>
            </a:r>
            <a:r>
              <a:rPr lang="en-ID" dirty="0" err="1">
                <a:latin typeface="Montserrat" panose="00000500000000000000" pitchFamily="2" charset="0"/>
              </a:rPr>
              <a:t>menentukan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biaya</a:t>
            </a:r>
            <a:r>
              <a:rPr lang="en-ID" dirty="0">
                <a:latin typeface="Montserrat" panose="00000500000000000000" pitchFamily="2" charset="0"/>
              </a:rPr>
              <a:t> yang </a:t>
            </a:r>
            <a:r>
              <a:rPr lang="en-ID" dirty="0" err="1">
                <a:latin typeface="Montserrat" panose="00000500000000000000" pitchFamily="2" charset="0"/>
              </a:rPr>
              <a:t>harus</a:t>
            </a:r>
            <a:r>
              <a:rPr lang="en-ID" dirty="0">
                <a:latin typeface="Montserrat" panose="00000500000000000000" pitchFamily="2" charset="0"/>
              </a:rPr>
              <a:t> di </a:t>
            </a:r>
            <a:r>
              <a:rPr lang="en-ID" dirty="0" err="1">
                <a:latin typeface="Montserrat" panose="00000500000000000000" pitchFamily="2" charset="0"/>
              </a:rPr>
              <a:t>bayar.Petugas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kemudian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memperoses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transaksi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pembayaran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sesuai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dengan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hasil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perhitungan</a:t>
            </a:r>
            <a:r>
              <a:rPr lang="en-ID" dirty="0">
                <a:latin typeface="Montserrat" panose="00000500000000000000" pitchFamily="2" charset="0"/>
              </a:rPr>
              <a:t> system.</a:t>
            </a:r>
          </a:p>
          <a:p>
            <a:pPr algn="l"/>
            <a:endParaRPr lang="en-ID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D9544A-05D1-A6DF-6560-3244A9FC4089}"/>
              </a:ext>
            </a:extLst>
          </p:cNvPr>
          <p:cNvSpPr txBox="1"/>
          <p:nvPr/>
        </p:nvSpPr>
        <p:spPr>
          <a:xfrm>
            <a:off x="3584551" y="652551"/>
            <a:ext cx="197489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3000" dirty="0">
                <a:latin typeface="Vidaloka" panose="020B0604020202020204" charset="0"/>
              </a:rPr>
              <a:t>Owner</a:t>
            </a:r>
            <a:endParaRPr lang="en-ID" sz="3000" dirty="0">
              <a:latin typeface="Vidalok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D3A6F-9B66-331A-F0DC-7AE66A8AC7B9}"/>
              </a:ext>
            </a:extLst>
          </p:cNvPr>
          <p:cNvSpPr txBox="1"/>
          <p:nvPr/>
        </p:nvSpPr>
        <p:spPr>
          <a:xfrm>
            <a:off x="1483323" y="1402199"/>
            <a:ext cx="59143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Montserrat" panose="00000500000000000000" pitchFamily="2" charset="0"/>
              </a:rPr>
              <a:t>O</a:t>
            </a:r>
            <a:r>
              <a:rPr lang="en-ID" dirty="0" err="1">
                <a:latin typeface="Montserrat" panose="00000500000000000000" pitchFamily="2" charset="0"/>
              </a:rPr>
              <a:t>wner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merupakan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aktor</a:t>
            </a:r>
            <a:r>
              <a:rPr lang="en-ID" dirty="0">
                <a:latin typeface="Montserrat" panose="00000500000000000000" pitchFamily="2" charset="0"/>
              </a:rPr>
              <a:t> yang </a:t>
            </a:r>
            <a:r>
              <a:rPr lang="en-ID" dirty="0" err="1">
                <a:latin typeface="Montserrat" panose="00000500000000000000" pitchFamily="2" charset="0"/>
              </a:rPr>
              <a:t>memiliki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peran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sebagai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pemilik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sekaligus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pengendali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utama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dalam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system.Owner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tidak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terlibat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langsung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dalam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system,namun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bertanggung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jawab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dalam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melakukan</a:t>
            </a:r>
            <a:r>
              <a:rPr lang="en-ID" dirty="0">
                <a:latin typeface="Montserrat" panose="00000500000000000000" pitchFamily="2" charset="0"/>
              </a:rPr>
              <a:t> </a:t>
            </a:r>
            <a:r>
              <a:rPr lang="en-ID" dirty="0" err="1">
                <a:latin typeface="Montserrat" panose="00000500000000000000" pitchFamily="2" charset="0"/>
              </a:rPr>
              <a:t>pengawasan</a:t>
            </a:r>
            <a:r>
              <a:rPr lang="en-ID" dirty="0">
                <a:latin typeface="Montserrat" panose="00000500000000000000" pitchFamily="2" charset="0"/>
              </a:rPr>
              <a:t> dan </a:t>
            </a:r>
            <a:r>
              <a:rPr lang="en-ID" dirty="0" err="1">
                <a:latin typeface="Montserrat" panose="00000500000000000000" pitchFamily="2" charset="0"/>
              </a:rPr>
              <a:t>pengambilan</a:t>
            </a:r>
            <a:r>
              <a:rPr lang="en-ID" dirty="0">
                <a:latin typeface="Montserrat" panose="00000500000000000000" pitchFamily="2" charset="0"/>
              </a:rPr>
              <a:t> Keputusan </a:t>
            </a:r>
            <a:r>
              <a:rPr lang="en-ID" dirty="0" err="1">
                <a:latin typeface="Montserrat" panose="00000500000000000000" pitchFamily="2" charset="0"/>
              </a:rPr>
              <a:t>bersarkan</a:t>
            </a:r>
            <a:r>
              <a:rPr lang="en-ID" dirty="0">
                <a:latin typeface="Montserrat" panose="00000500000000000000" pitchFamily="2" charset="0"/>
              </a:rPr>
              <a:t> data yang </a:t>
            </a:r>
            <a:r>
              <a:rPr lang="en-ID" dirty="0" err="1">
                <a:latin typeface="Montserrat" panose="00000500000000000000" pitchFamily="2" charset="0"/>
              </a:rPr>
              <a:t>tersedia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850AF-ACE5-1EEE-B4B1-29A5AA3E3D39}"/>
              </a:ext>
            </a:extLst>
          </p:cNvPr>
          <p:cNvSpPr txBox="1"/>
          <p:nvPr/>
        </p:nvSpPr>
        <p:spPr>
          <a:xfrm>
            <a:off x="1483323" y="2693533"/>
            <a:ext cx="48091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Montserrat" panose="00000500000000000000" pitchFamily="2" charset="0"/>
              </a:rPr>
              <a:t>Owner </a:t>
            </a:r>
            <a:r>
              <a:rPr lang="en-US" dirty="0" err="1">
                <a:latin typeface="Montserrat" panose="00000500000000000000" pitchFamily="2" charset="0"/>
              </a:rPr>
              <a:t>tidak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memmiliki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akses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untuk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melihat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laporan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secara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menyeluruh,seperti</a:t>
            </a:r>
            <a:r>
              <a:rPr lang="en-US" dirty="0">
                <a:latin typeface="Montserrat" panose="00000500000000000000" pitchFamily="2" charset="0"/>
              </a:rPr>
              <a:t> data </a:t>
            </a:r>
            <a:r>
              <a:rPr lang="en-US" dirty="0" err="1">
                <a:latin typeface="Montserrat" panose="00000500000000000000" pitchFamily="2" charset="0"/>
              </a:rPr>
              <a:t>parki,pedapatan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serta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aktivitas</a:t>
            </a:r>
            <a:r>
              <a:rPr lang="en-US" dirty="0">
                <a:latin typeface="Montserrat" panose="00000500000000000000" pitchFamily="2" charset="0"/>
              </a:rPr>
              <a:t> yang </a:t>
            </a:r>
            <a:r>
              <a:rPr lang="en-US" dirty="0" err="1">
                <a:latin typeface="Montserrat" panose="00000500000000000000" pitchFamily="2" charset="0"/>
              </a:rPr>
              <a:t>dilakukan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petugas</a:t>
            </a:r>
            <a:r>
              <a:rPr lang="en-US" dirty="0">
                <a:latin typeface="Montserrat" panose="00000500000000000000" pitchFamily="2" charset="0"/>
              </a:rPr>
              <a:t> dan admin</a:t>
            </a:r>
            <a:endParaRPr lang="en-ID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/>
          <p:cNvSpPr txBox="1">
            <a:spLocks noGrp="1"/>
          </p:cNvSpPr>
          <p:nvPr>
            <p:ph type="subTitle" idx="1"/>
          </p:nvPr>
        </p:nvSpPr>
        <p:spPr>
          <a:xfrm>
            <a:off x="1505599" y="3541571"/>
            <a:ext cx="5823475" cy="10972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D" dirty="0" err="1"/>
              <a:t>pengguna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login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akun</a:t>
            </a:r>
            <a:r>
              <a:rPr lang="en-ID" dirty="0"/>
              <a:t> yang </a:t>
            </a:r>
            <a:r>
              <a:rPr lang="en-ID" dirty="0" err="1"/>
              <a:t>dimiliki</a:t>
            </a:r>
            <a:r>
              <a:rPr lang="en-ID" dirty="0"/>
              <a:t>.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menyesuaikan</a:t>
            </a:r>
            <a:r>
              <a:rPr lang="en-ID" dirty="0"/>
              <a:t> </a:t>
            </a:r>
            <a:r>
              <a:rPr lang="en-ID" dirty="0" err="1"/>
              <a:t>tampilan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role </a:t>
            </a:r>
            <a:r>
              <a:rPr lang="en-ID" dirty="0" err="1"/>
              <a:t>pengguna</a:t>
            </a:r>
            <a:r>
              <a:rPr lang="en-ID" dirty="0"/>
              <a:t>. Fitur logout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keluar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agar </a:t>
            </a:r>
            <a:r>
              <a:rPr lang="en-ID" dirty="0" err="1"/>
              <a:t>sesi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disalahgunakan</a:t>
            </a:r>
            <a:r>
              <a:rPr lang="en-ID" dirty="0"/>
              <a:t>.</a:t>
            </a:r>
            <a:endParaRPr dirty="0"/>
          </a:p>
        </p:txBody>
      </p:sp>
      <p:sp>
        <p:nvSpPr>
          <p:cNvPr id="547" name="Google Shape;547;p65"/>
          <p:cNvSpPr txBox="1">
            <a:spLocks noGrp="1"/>
          </p:cNvSpPr>
          <p:nvPr>
            <p:ph type="title"/>
          </p:nvPr>
        </p:nvSpPr>
        <p:spPr>
          <a:xfrm>
            <a:off x="1421153" y="504688"/>
            <a:ext cx="5679900" cy="636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Login dan </a:t>
            </a:r>
            <a:r>
              <a:rPr lang="en" sz="2800" dirty="0"/>
              <a:t>Logout</a:t>
            </a:r>
            <a:endParaRPr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95F556-B512-08F5-776A-1E25BA7D8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37" y="1141263"/>
            <a:ext cx="3954731" cy="23312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AA5951D8-9952-D4A5-1F06-5677C303F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5">
            <a:extLst>
              <a:ext uri="{FF2B5EF4-FFF2-40B4-BE49-F238E27FC236}">
                <a16:creationId xmlns:a16="http://schemas.microsoft.com/office/drawing/2014/main" id="{49D9A062-B1CF-1484-D574-F0062AA50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21153" y="504688"/>
            <a:ext cx="5679900" cy="636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800" dirty="0"/>
              <a:t>Dashboard Admin</a:t>
            </a:r>
            <a:endParaRPr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3DFD4-6024-A259-4BD9-47C4ABCC2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3" y="1092495"/>
            <a:ext cx="4986795" cy="2540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613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6"/>
          <p:cNvSpPr txBox="1">
            <a:spLocks noGrp="1"/>
          </p:cNvSpPr>
          <p:nvPr>
            <p:ph type="subTitle" idx="1"/>
          </p:nvPr>
        </p:nvSpPr>
        <p:spPr>
          <a:xfrm>
            <a:off x="1573554" y="3396873"/>
            <a:ext cx="5814798" cy="15194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ID" dirty="0"/>
              <a:t>Admin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menambahkan</a:t>
            </a:r>
            <a:r>
              <a:rPr lang="en-ID" dirty="0"/>
              <a:t>, </a:t>
            </a:r>
            <a:r>
              <a:rPr lang="en-ID" dirty="0" err="1"/>
              <a:t>mengubah</a:t>
            </a:r>
            <a:r>
              <a:rPr lang="en-ID" dirty="0"/>
              <a:t>, dan </a:t>
            </a:r>
            <a:r>
              <a:rPr lang="en-ID" dirty="0" err="1"/>
              <a:t>menghapus</a:t>
            </a:r>
            <a:r>
              <a:rPr lang="en-ID" dirty="0"/>
              <a:t> data </a:t>
            </a:r>
            <a:r>
              <a:rPr lang="en-ID" dirty="0" err="1"/>
              <a:t>pengguna</a:t>
            </a:r>
            <a:r>
              <a:rPr lang="en-ID" dirty="0"/>
              <a:t>. Data yang </a:t>
            </a:r>
            <a:r>
              <a:rPr lang="en-ID" dirty="0" err="1"/>
              <a:t>dikelola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 username, password, dan role. Fitur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siapa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.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FFC6EE-39E0-73F2-2450-55E36AFA9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058" y="584016"/>
            <a:ext cx="5679900" cy="572700"/>
          </a:xfrm>
        </p:spPr>
        <p:txBody>
          <a:bodyPr/>
          <a:lstStyle/>
          <a:p>
            <a:r>
              <a:rPr lang="en-US" dirty="0" err="1"/>
              <a:t>Manajemen</a:t>
            </a:r>
            <a:r>
              <a:rPr lang="en-US" dirty="0"/>
              <a:t> User (Admin)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52441-2A74-9432-49AF-6B67CCD70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06" y="1258991"/>
            <a:ext cx="4285488" cy="20356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9"/>
          <p:cNvSpPr txBox="1">
            <a:spLocks noGrp="1"/>
          </p:cNvSpPr>
          <p:nvPr>
            <p:ph type="title" idx="2"/>
          </p:nvPr>
        </p:nvSpPr>
        <p:spPr>
          <a:xfrm>
            <a:off x="1906235" y="433782"/>
            <a:ext cx="5331522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sz="2800" dirty="0" err="1"/>
              <a:t>Manajemen</a:t>
            </a:r>
            <a:r>
              <a:rPr lang="en-ID" sz="2800" dirty="0"/>
              <a:t> </a:t>
            </a:r>
            <a:r>
              <a:rPr lang="en-ID" sz="2800" dirty="0" err="1"/>
              <a:t>Kendaraan</a:t>
            </a:r>
            <a:r>
              <a:rPr lang="en-ID" sz="2800" dirty="0"/>
              <a:t> (Admin)</a:t>
            </a:r>
            <a:endParaRPr sz="2800" dirty="0"/>
          </a:p>
        </p:txBody>
      </p:sp>
      <p:sp>
        <p:nvSpPr>
          <p:cNvPr id="574" name="Google Shape;574;p69"/>
          <p:cNvSpPr txBox="1">
            <a:spLocks noGrp="1"/>
          </p:cNvSpPr>
          <p:nvPr>
            <p:ph type="subTitle" idx="1"/>
          </p:nvPr>
        </p:nvSpPr>
        <p:spPr>
          <a:xfrm>
            <a:off x="1369305" y="3534919"/>
            <a:ext cx="6405381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ID" dirty="0">
                <a:solidFill>
                  <a:schemeClr val="dk1"/>
                </a:solidFill>
              </a:rPr>
              <a:t>Admin </a:t>
            </a:r>
            <a:r>
              <a:rPr lang="en-ID" dirty="0" err="1">
                <a:solidFill>
                  <a:schemeClr val="dk1"/>
                </a:solidFill>
              </a:rPr>
              <a:t>dapat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melihat</a:t>
            </a:r>
            <a:r>
              <a:rPr lang="en-ID" dirty="0">
                <a:solidFill>
                  <a:schemeClr val="dk1"/>
                </a:solidFill>
              </a:rPr>
              <a:t> dan </a:t>
            </a:r>
            <a:r>
              <a:rPr lang="en-ID" dirty="0" err="1">
                <a:solidFill>
                  <a:schemeClr val="dk1"/>
                </a:solidFill>
              </a:rPr>
              <a:t>mengelola</a:t>
            </a:r>
            <a:r>
              <a:rPr lang="en-ID" dirty="0">
                <a:solidFill>
                  <a:schemeClr val="dk1"/>
                </a:solidFill>
              </a:rPr>
              <a:t> data </a:t>
            </a:r>
            <a:r>
              <a:rPr lang="en-ID" dirty="0" err="1">
                <a:solidFill>
                  <a:schemeClr val="dk1"/>
                </a:solidFill>
              </a:rPr>
              <a:t>kendaraan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tersimpan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dalam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sistem</a:t>
            </a:r>
            <a:r>
              <a:rPr lang="en-ID" dirty="0">
                <a:solidFill>
                  <a:schemeClr val="dk1"/>
                </a:solidFill>
              </a:rPr>
              <a:t>. Data </a:t>
            </a:r>
            <a:r>
              <a:rPr lang="en-ID" dirty="0" err="1">
                <a:solidFill>
                  <a:schemeClr val="dk1"/>
                </a:solidFill>
              </a:rPr>
              <a:t>ini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mencakup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nomor</a:t>
            </a:r>
            <a:r>
              <a:rPr lang="en-ID" dirty="0">
                <a:solidFill>
                  <a:schemeClr val="dk1"/>
                </a:solidFill>
              </a:rPr>
              <a:t> plat dan </a:t>
            </a:r>
            <a:r>
              <a:rPr lang="en-ID" dirty="0" err="1">
                <a:solidFill>
                  <a:schemeClr val="dk1"/>
                </a:solidFill>
              </a:rPr>
              <a:t>jenis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kendaraan</a:t>
            </a:r>
            <a:r>
              <a:rPr lang="en-ID" dirty="0">
                <a:solidFill>
                  <a:schemeClr val="dk1"/>
                </a:solidFill>
              </a:rPr>
              <a:t>. Fitur </a:t>
            </a:r>
            <a:r>
              <a:rPr lang="en-ID" dirty="0" err="1">
                <a:solidFill>
                  <a:schemeClr val="dk1"/>
                </a:solidFill>
              </a:rPr>
              <a:t>ini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membantu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dalam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pendataan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kendaraan</a:t>
            </a:r>
            <a:r>
              <a:rPr lang="en-ID" dirty="0">
                <a:solidFill>
                  <a:schemeClr val="dk1"/>
                </a:solidFill>
              </a:rPr>
              <a:t> yang </a:t>
            </a:r>
            <a:r>
              <a:rPr lang="en-ID" dirty="0" err="1">
                <a:solidFill>
                  <a:schemeClr val="dk1"/>
                </a:solidFill>
              </a:rPr>
              <a:t>pernah</a:t>
            </a:r>
            <a:r>
              <a:rPr lang="en-ID" dirty="0">
                <a:solidFill>
                  <a:schemeClr val="dk1"/>
                </a:solidFill>
              </a:rPr>
              <a:t> </a:t>
            </a:r>
            <a:r>
              <a:rPr lang="en-ID" dirty="0" err="1">
                <a:solidFill>
                  <a:schemeClr val="dk1"/>
                </a:solidFill>
              </a:rPr>
              <a:t>masuk</a:t>
            </a:r>
            <a:r>
              <a:rPr lang="en-ID" dirty="0">
                <a:solidFill>
                  <a:schemeClr val="dk1"/>
                </a:solidFill>
              </a:rPr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48B93-BC1B-9678-0638-E6008B8A6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235" y="1049836"/>
            <a:ext cx="4711528" cy="24117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>
            <a:spLocks noGrp="1"/>
          </p:cNvSpPr>
          <p:nvPr>
            <p:ph type="title"/>
          </p:nvPr>
        </p:nvSpPr>
        <p:spPr>
          <a:xfrm>
            <a:off x="1861263" y="540104"/>
            <a:ext cx="5362836" cy="7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D" sz="2800" dirty="0" err="1"/>
              <a:t>Manajemen</a:t>
            </a:r>
            <a:r>
              <a:rPr lang="en-ID" sz="2800" dirty="0"/>
              <a:t> Tarif Parkir (Admin)</a:t>
            </a:r>
            <a:endParaRPr sz="2800" dirty="0"/>
          </a:p>
        </p:txBody>
      </p:sp>
      <p:sp>
        <p:nvSpPr>
          <p:cNvPr id="566" name="Google Shape;566;p68"/>
          <p:cNvSpPr txBox="1">
            <a:spLocks noGrp="1"/>
          </p:cNvSpPr>
          <p:nvPr>
            <p:ph type="subTitle" idx="1"/>
          </p:nvPr>
        </p:nvSpPr>
        <p:spPr>
          <a:xfrm>
            <a:off x="1626736" y="3658082"/>
            <a:ext cx="6039153" cy="11708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dirty="0"/>
              <a:t>Admin </a:t>
            </a:r>
            <a:r>
              <a:rPr lang="en-ID" dirty="0" err="1"/>
              <a:t>mengatur</a:t>
            </a:r>
            <a:r>
              <a:rPr lang="en-ID" dirty="0"/>
              <a:t> </a:t>
            </a:r>
            <a:r>
              <a:rPr lang="en-ID" dirty="0" err="1"/>
              <a:t>tarif</a:t>
            </a:r>
            <a:r>
              <a:rPr lang="en-ID" dirty="0"/>
              <a:t> </a:t>
            </a:r>
            <a:r>
              <a:rPr lang="en-ID" dirty="0" err="1"/>
              <a:t>parkir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kendaraan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durasi</a:t>
            </a:r>
            <a:r>
              <a:rPr lang="en-ID" dirty="0"/>
              <a:t> </a:t>
            </a:r>
            <a:r>
              <a:rPr lang="en-ID" dirty="0" err="1"/>
              <a:t>parkir</a:t>
            </a:r>
            <a:r>
              <a:rPr lang="en-ID" dirty="0"/>
              <a:t>. Tarif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nantinya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menghitung</a:t>
            </a:r>
            <a:r>
              <a:rPr lang="en-ID" dirty="0"/>
              <a:t> </a:t>
            </a: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otomatis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berlangsung</a:t>
            </a:r>
            <a:r>
              <a:rPr lang="en-ID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6F6593-83CC-DD42-F5C4-CEA275CD3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846" y="1127989"/>
            <a:ext cx="4936767" cy="25300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0"/>
          <p:cNvSpPr txBox="1">
            <a:spLocks noGrp="1"/>
          </p:cNvSpPr>
          <p:nvPr>
            <p:ph type="title" idx="2"/>
          </p:nvPr>
        </p:nvSpPr>
        <p:spPr>
          <a:xfrm>
            <a:off x="2314461" y="354534"/>
            <a:ext cx="3993222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id-ID" sz="2400" dirty="0"/>
              <a:t>Log Aktivitas</a:t>
            </a:r>
            <a:r>
              <a:rPr lang="en-ID" sz="2400" dirty="0"/>
              <a:t> (Admin)</a:t>
            </a:r>
            <a:endParaRPr sz="2400" dirty="0"/>
          </a:p>
        </p:txBody>
      </p:sp>
      <p:sp>
        <p:nvSpPr>
          <p:cNvPr id="581" name="Google Shape;581;p70"/>
          <p:cNvSpPr txBox="1">
            <a:spLocks noGrp="1"/>
          </p:cNvSpPr>
          <p:nvPr>
            <p:ph type="subTitle" idx="1"/>
          </p:nvPr>
        </p:nvSpPr>
        <p:spPr>
          <a:xfrm>
            <a:off x="1536121" y="3586838"/>
            <a:ext cx="5827917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Clr>
                <a:schemeClr val="dk1"/>
              </a:buClr>
              <a:buSzPts val="1100"/>
            </a:pP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aktivitas</a:t>
            </a:r>
            <a:r>
              <a:rPr lang="en-ID" dirty="0"/>
              <a:t> yang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pengguna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login, input data, edit, dan hapus data. Admin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log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memantau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dan </a:t>
            </a:r>
            <a:r>
              <a:rPr lang="en-ID" dirty="0" err="1"/>
              <a:t>menghindari</a:t>
            </a:r>
            <a:r>
              <a:rPr lang="en-ID" dirty="0"/>
              <a:t> </a:t>
            </a:r>
            <a:r>
              <a:rPr lang="en-ID" dirty="0" err="1"/>
              <a:t>penyalahgunaan</a:t>
            </a:r>
            <a:r>
              <a:rPr lang="en-ID" dirty="0"/>
              <a:t>.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914B27-3D0F-DD86-D29C-91988A54E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456" y="922939"/>
            <a:ext cx="4847520" cy="25176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>
          <a:extLst>
            <a:ext uri="{FF2B5EF4-FFF2-40B4-BE49-F238E27FC236}">
              <a16:creationId xmlns:a16="http://schemas.microsoft.com/office/drawing/2014/main" id="{ACE6E8DF-5B72-A936-D3DC-2EE7FE58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D1FC842-1C15-0DF2-812C-D61AFFC7D284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170174" y="405701"/>
            <a:ext cx="3828287" cy="978300"/>
          </a:xfrm>
        </p:spPr>
        <p:txBody>
          <a:bodyPr/>
          <a:lstStyle/>
          <a:p>
            <a:r>
              <a:rPr lang="id-ID" sz="2800" dirty="0"/>
              <a:t>Dashboard Petugas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2F45A8-8EDA-C471-500B-A00C2BAEF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664" y="1129408"/>
            <a:ext cx="5663183" cy="288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46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/>
          <p:cNvSpPr txBox="1">
            <a:spLocks noGrp="1"/>
          </p:cNvSpPr>
          <p:nvPr>
            <p:ph type="title"/>
          </p:nvPr>
        </p:nvSpPr>
        <p:spPr>
          <a:xfrm>
            <a:off x="810761" y="3438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D" dirty="0" err="1"/>
              <a:t>Transaksi</a:t>
            </a:r>
            <a:r>
              <a:rPr lang="en-ID" dirty="0"/>
              <a:t> Parkir (</a:t>
            </a:r>
            <a:r>
              <a:rPr lang="en-ID" dirty="0" err="1"/>
              <a:t>Petugas</a:t>
            </a:r>
            <a:r>
              <a:rPr lang="en-ID" dirty="0"/>
              <a:t>)</a:t>
            </a:r>
            <a:endParaRPr dirty="0"/>
          </a:p>
        </p:txBody>
      </p:sp>
      <p:sp>
        <p:nvSpPr>
          <p:cNvPr id="588" name="Google Shape;588;p71"/>
          <p:cNvSpPr txBox="1"/>
          <p:nvPr/>
        </p:nvSpPr>
        <p:spPr>
          <a:xfrm>
            <a:off x="1596414" y="3551563"/>
            <a:ext cx="660949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Petugas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mencatat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kendaraan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yang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masuk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dan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keluar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Saat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kendaraan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keluar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sistem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menghitung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durasi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parkir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dan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biaya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berdasarkan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tarif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yang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telah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ditentukan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Semua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transaksi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tersimpan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dalam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sistem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71"/>
          <p:cNvSpPr txBox="1"/>
          <p:nvPr/>
        </p:nvSpPr>
        <p:spPr>
          <a:xfrm>
            <a:off x="997025" y="1231878"/>
            <a:ext cx="185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590" name="Google Shape;590;p71"/>
          <p:cNvSpPr txBox="1"/>
          <p:nvPr/>
        </p:nvSpPr>
        <p:spPr>
          <a:xfrm flipH="1">
            <a:off x="997125" y="3717126"/>
            <a:ext cx="1858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591" name="Google Shape;591;p71"/>
          <p:cNvSpPr txBox="1"/>
          <p:nvPr/>
        </p:nvSpPr>
        <p:spPr>
          <a:xfrm flipH="1">
            <a:off x="996938" y="4130600"/>
            <a:ext cx="19557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71"/>
          <p:cNvSpPr txBox="1"/>
          <p:nvPr/>
        </p:nvSpPr>
        <p:spPr>
          <a:xfrm>
            <a:off x="4766075" y="3869975"/>
            <a:ext cx="877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597" name="Google Shape;597;p71"/>
          <p:cNvSpPr txBox="1"/>
          <p:nvPr/>
        </p:nvSpPr>
        <p:spPr>
          <a:xfrm>
            <a:off x="5950200" y="3869975"/>
            <a:ext cx="877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sp>
        <p:nvSpPr>
          <p:cNvPr id="598" name="Google Shape;598;p71"/>
          <p:cNvSpPr txBox="1"/>
          <p:nvPr/>
        </p:nvSpPr>
        <p:spPr>
          <a:xfrm>
            <a:off x="7067725" y="3869975"/>
            <a:ext cx="8772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Vidaloka"/>
              <a:ea typeface="Vidaloka"/>
              <a:cs typeface="Vidaloka"/>
              <a:sym typeface="Vidalok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1080C3-DFB3-B125-8AA9-2FD376EDB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940146"/>
            <a:ext cx="5388864" cy="24788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>
          <a:extLst>
            <a:ext uri="{FF2B5EF4-FFF2-40B4-BE49-F238E27FC236}">
              <a16:creationId xmlns:a16="http://schemas.microsoft.com/office/drawing/2014/main" id="{BAEDD61A-E7C5-F90F-8796-033989377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4D9199C-CD5A-1D80-6F57-05CCC061D3F8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798318" y="433570"/>
            <a:ext cx="3828287" cy="978300"/>
          </a:xfrm>
        </p:spPr>
        <p:txBody>
          <a:bodyPr/>
          <a:lstStyle/>
          <a:p>
            <a:r>
              <a:rPr lang="id-ID" sz="2800" dirty="0"/>
              <a:t>Dashboard Owner</a:t>
            </a: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5E790F-DCC1-8CC8-147A-33090D13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47862"/>
            <a:ext cx="5974082" cy="307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31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2"/>
          <p:cNvSpPr txBox="1">
            <a:spLocks noGrp="1"/>
          </p:cNvSpPr>
          <p:nvPr>
            <p:ph type="title"/>
          </p:nvPr>
        </p:nvSpPr>
        <p:spPr>
          <a:xfrm>
            <a:off x="396257" y="342873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D" dirty="0" err="1"/>
              <a:t>Cetak</a:t>
            </a:r>
            <a:r>
              <a:rPr lang="en-ID" dirty="0"/>
              <a:t> Struk (</a:t>
            </a:r>
            <a:r>
              <a:rPr lang="en-ID" dirty="0" err="1"/>
              <a:t>Petugas</a:t>
            </a:r>
            <a:r>
              <a:rPr lang="en-ID" dirty="0"/>
              <a:t>)</a:t>
            </a:r>
            <a:endParaRPr dirty="0"/>
          </a:p>
        </p:txBody>
      </p:sp>
      <p:sp>
        <p:nvSpPr>
          <p:cNvPr id="608" name="Google Shape;608;p72"/>
          <p:cNvSpPr txBox="1"/>
          <p:nvPr/>
        </p:nvSpPr>
        <p:spPr>
          <a:xfrm>
            <a:off x="2101642" y="3686900"/>
            <a:ext cx="5196747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Setelah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transaksi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selesai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petugas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dapat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mencetak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struk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sebagai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bukti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pembayaran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 Struk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berisi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informasi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seperti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nomor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plat,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waktu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masuk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waktu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keluar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durasi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dan total </a:t>
            </a:r>
            <a:r>
              <a:rPr lang="en-ID" dirty="0" err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biaya</a:t>
            </a:r>
            <a:r>
              <a:rPr lang="en-ID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0A810F-50DA-11E7-E591-1AB79D407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695" y="1129012"/>
            <a:ext cx="5882640" cy="24811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3"/>
          <p:cNvSpPr txBox="1">
            <a:spLocks noGrp="1"/>
          </p:cNvSpPr>
          <p:nvPr>
            <p:ph type="title"/>
          </p:nvPr>
        </p:nvSpPr>
        <p:spPr>
          <a:xfrm>
            <a:off x="1310964" y="492846"/>
            <a:ext cx="6327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SzPts val="1100"/>
            </a:pPr>
            <a:r>
              <a:rPr lang="en-US" dirty="0" err="1"/>
              <a:t>Rekap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(Owner)</a:t>
            </a:r>
            <a:endParaRPr dirty="0"/>
          </a:p>
        </p:txBody>
      </p:sp>
      <p:sp>
        <p:nvSpPr>
          <p:cNvPr id="623" name="Google Shape;623;p73"/>
          <p:cNvSpPr txBox="1">
            <a:spLocks noGrp="1"/>
          </p:cNvSpPr>
          <p:nvPr>
            <p:ph type="subTitle" idx="4"/>
          </p:nvPr>
        </p:nvSpPr>
        <p:spPr>
          <a:xfrm>
            <a:off x="1777921" y="3674831"/>
            <a:ext cx="5283358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ID" dirty="0"/>
              <a:t>Owner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rekap</a:t>
            </a:r>
            <a:r>
              <a:rPr lang="en-ID" dirty="0"/>
              <a:t> data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parkir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periode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 Data yang </a:t>
            </a:r>
            <a:r>
              <a:rPr lang="en-ID" dirty="0" err="1"/>
              <a:t>ditampilkan</a:t>
            </a:r>
            <a:r>
              <a:rPr lang="en-ID" dirty="0"/>
              <a:t> </a:t>
            </a:r>
            <a:r>
              <a:rPr lang="en-ID" dirty="0" err="1"/>
              <a:t>meliputi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kendaraan</a:t>
            </a:r>
            <a:r>
              <a:rPr lang="en-ID" dirty="0"/>
              <a:t> dan total </a:t>
            </a:r>
            <a:r>
              <a:rPr lang="en-ID" dirty="0" err="1"/>
              <a:t>pendapatan</a:t>
            </a:r>
            <a:r>
              <a:rPr lang="en-ID" dirty="0"/>
              <a:t>. Fitur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memantau</a:t>
            </a:r>
            <a:r>
              <a:rPr lang="en-ID" dirty="0"/>
              <a:t> </a:t>
            </a:r>
            <a:r>
              <a:rPr lang="en-ID" dirty="0" err="1"/>
              <a:t>kinerja</a:t>
            </a:r>
            <a:r>
              <a:rPr lang="en-ID" dirty="0"/>
              <a:t> </a:t>
            </a:r>
            <a:r>
              <a:rPr lang="en-ID" dirty="0" err="1"/>
              <a:t>operasional</a:t>
            </a:r>
            <a:r>
              <a:rPr lang="en-ID" dirty="0"/>
              <a:t>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47C3A-5787-F468-29FB-B5D16CDFB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507" y="1150901"/>
            <a:ext cx="4154415" cy="24385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>
          <a:extLst>
            <a:ext uri="{FF2B5EF4-FFF2-40B4-BE49-F238E27FC236}">
              <a16:creationId xmlns:a16="http://schemas.microsoft.com/office/drawing/2014/main" id="{EF2704C9-17EE-51CC-78EA-0F019A80D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0E6815-AF67-F387-3863-69C242183CD0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834895" y="911669"/>
            <a:ext cx="5474210" cy="978300"/>
          </a:xfrm>
        </p:spPr>
        <p:txBody>
          <a:bodyPr/>
          <a:lstStyle/>
          <a:p>
            <a:pPr algn="ctr"/>
            <a:r>
              <a:rPr lang="id-ID" sz="4000" dirty="0"/>
              <a:t>Sekian Terima Kasih </a:t>
            </a:r>
            <a:br>
              <a:rPr lang="id-ID" sz="2400" dirty="0"/>
            </a:br>
            <a:br>
              <a:rPr lang="id-ID" sz="2400" dirty="0"/>
            </a:br>
            <a:r>
              <a:rPr lang="id-ID" sz="1800" dirty="0"/>
              <a:t>dari kelompok 4</a:t>
            </a:r>
            <a:br>
              <a:rPr lang="id-ID" sz="1800" dirty="0"/>
            </a:br>
            <a:r>
              <a:rPr lang="id-ID" sz="1800" dirty="0"/>
              <a:t>-Adit</a:t>
            </a:r>
            <a:br>
              <a:rPr lang="id-ID" sz="1800" dirty="0"/>
            </a:br>
            <a:r>
              <a:rPr lang="id-ID" sz="1800" dirty="0"/>
              <a:t>-Shodik</a:t>
            </a:r>
            <a:br>
              <a:rPr lang="id-ID" sz="1800" dirty="0"/>
            </a:br>
            <a:r>
              <a:rPr lang="id-ID" sz="1800" dirty="0"/>
              <a:t>-Kahfi</a:t>
            </a:r>
            <a:br>
              <a:rPr lang="id-ID" sz="1800" dirty="0"/>
            </a:br>
            <a:r>
              <a:rPr lang="id-ID" sz="1800" dirty="0"/>
              <a:t>-Kirani</a:t>
            </a:r>
            <a:br>
              <a:rPr lang="id-ID" sz="1800" dirty="0"/>
            </a:br>
            <a:r>
              <a:rPr lang="id-ID" sz="1800" dirty="0"/>
              <a:t>-Zimmi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01476092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697</Words>
  <Application>Microsoft Office PowerPoint</Application>
  <PresentationFormat>On-screen Show (16:9)</PresentationFormat>
  <Paragraphs>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Vidaloka</vt:lpstr>
      <vt:lpstr>Crimson Text</vt:lpstr>
      <vt:lpstr>Montserrat</vt:lpstr>
      <vt:lpstr>Lato</vt:lpstr>
      <vt:lpstr>Minimalist Business Slides XL by Slidesgo</vt:lpstr>
      <vt:lpstr>Parking System</vt:lpstr>
      <vt:lpstr>Tujuan Pembuatan</vt:lpstr>
      <vt:lpstr>Aktor</vt:lpstr>
      <vt:lpstr>Admin</vt:lpstr>
      <vt:lpstr>PowerPoint Presentation</vt:lpstr>
      <vt:lpstr>PowerPoint Presentation</vt:lpstr>
      <vt:lpstr>Login dan Logout</vt:lpstr>
      <vt:lpstr>Dashboard Admin</vt:lpstr>
      <vt:lpstr>Manajemen User (Admin)</vt:lpstr>
      <vt:lpstr>Manajemen Kendaraan (Admin)</vt:lpstr>
      <vt:lpstr>Manajemen Tarif Parkir (Admin)</vt:lpstr>
      <vt:lpstr>Log Aktivitas (Admin)</vt:lpstr>
      <vt:lpstr>Dashboard Petugas</vt:lpstr>
      <vt:lpstr>Transaksi Parkir (Petugas)</vt:lpstr>
      <vt:lpstr>Dashboard Owner</vt:lpstr>
      <vt:lpstr>Cetak Struk (Petugas)</vt:lpstr>
      <vt:lpstr>Rekap Transaksi (Owner)</vt:lpstr>
      <vt:lpstr>Sekian Terima Kasih   dari kelompok 4 -Adit -Shodik -Kahfi -Kirani -Zimmi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Hype AMD</dc:creator>
  <cp:lastModifiedBy>adittmaulana595@gmail.com</cp:lastModifiedBy>
  <cp:revision>4</cp:revision>
  <dcterms:modified xsi:type="dcterms:W3CDTF">2026-04-23T13:10:03Z</dcterms:modified>
</cp:coreProperties>
</file>